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[A1] Title Dark
Product title slide with dark background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[C4] Vision Statement
Vision / mission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[C5a] Problem
Three key problem pain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[E5] Impact Metrics
Market size and impact numbers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[C3] Key Features
Six core product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[C5b] Differentiators
Three competitive differentiators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[E1] How It Works
Four-step process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[E2] Roadmap
Product roadmap timeline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[D3] Traction
KPI dashboard with status 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[F1] Team
Xyric Solutions team grid (shared)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[A3] Closing CTA
Closing slide with contact info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Slide-1-image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3.png"/><Relationship Id="rId6" Type="http://schemas.openxmlformats.org/officeDocument/2006/relationships/image" Target="../media/image-10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Slide-11-image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PRODUCTS/_templates/master-slides/assets/diagonal-corner-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0"/>
            <a:ext cx="2286000" cy="2286000"/>
          </a:xfrm>
          <a:prstGeom prst="rect">
            <a:avLst/>
          </a:prstGeom>
        </p:spPr>
      </p:pic>
      <p:pic>
        <p:nvPicPr>
          <p:cNvPr id="3" name="Image 1" descr="/Users/hamza/Xyric Wiki/ASSETS/Alternative Logo (Dark Background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83643"/>
            <a:ext cx="1828800" cy="106233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84525" y="2650778"/>
            <a:ext cx="5774802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520"/>
              </a:lnSpc>
              <a:spcAft>
                <a:spcPts val="12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yHealth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1684525" y="3504158"/>
            <a:ext cx="5774802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Life Coach using health data for life goals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-91440" y="4787950"/>
            <a:ext cx="932688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Xyric Solutions |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PRODUCTS/_templates/master-slides/assets/watermark-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53901"/>
            <a:ext cx="228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2529" y="1307157"/>
            <a:ext cx="5958941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2000"/>
              </a:spcAft>
              <a:buNone/>
            </a:pPr>
            <a:r>
              <a:rPr lang="en-US" sz="2800" dirty="0">
                <a:solidFill>
                  <a:srgbClr val="1A274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By 2030, trusted AI Life Coach for millions worldwide. The companion you turn to daily for achieving life goals.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1592529" y="3551783"/>
            <a:ext cx="59589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-- yHealth Vision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ASSETS/Original Logo (Light Background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99" y="253901"/>
            <a:ext cx="1015901" cy="4560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669" y="381000"/>
            <a:ext cx="82906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58998" y="1211461"/>
            <a:ext cx="2539901" cy="1938337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58998" y="1235273"/>
            <a:ext cx="2539901" cy="0"/>
          </a:xfrm>
          <a:prstGeom prst="line">
            <a:avLst/>
          </a:prstGeom>
          <a:noFill/>
          <a:ln w="47625">
            <a:solidFill>
              <a:srgbClr val="1A27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149" y="1462236"/>
            <a:ext cx="21762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Health Data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149" y="2097137"/>
            <a:ext cx="217627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Data lives in silos, insights impossible to discover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02050" y="1211461"/>
            <a:ext cx="2539901" cy="1938337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302050" y="1235273"/>
            <a:ext cx="2539901" cy="0"/>
          </a:xfrm>
          <a:prstGeom prst="line">
            <a:avLst/>
          </a:prstGeom>
          <a:noFill/>
          <a:ln w="47625">
            <a:solidFill>
              <a:srgbClr val="6B8CA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05200" y="1462236"/>
            <a:ext cx="21762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Conversational Coaching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05200" y="2097137"/>
            <a:ext cx="217627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Apps show data but do not coach conversations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45101" y="1211461"/>
            <a:ext cx="2539901" cy="1938337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045101" y="1235273"/>
            <a:ext cx="2539901" cy="0"/>
          </a:xfrm>
          <a:prstGeom prst="line">
            <a:avLst/>
          </a:prstGeom>
          <a:noFill/>
          <a:ln w="47625">
            <a:solidFill>
              <a:srgbClr val="8FA4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48251" y="1462236"/>
            <a:ext cx="21762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or Nutrition Focus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48251" y="2097137"/>
            <a:ext cx="217627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Mental health and wellbeing are afterthoughts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7950" y="4787950"/>
            <a:ext cx="963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Xyric Solutions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148340" y="4787950"/>
            <a:ext cx="497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yHealth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ASSETS/Original Logo (Light Background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99" y="253901"/>
            <a:ext cx="1015901" cy="4560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794" y="1901875"/>
            <a:ext cx="1858089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Aft>
                <a:spcPts val="800"/>
              </a:spcAft>
              <a:buNone/>
            </a:pPr>
            <a:r>
              <a:rPr lang="en-US" sz="6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$96B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487175" y="2765375"/>
            <a:ext cx="21190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Digital Health Market 2027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102918" y="2063800"/>
            <a:ext cx="0" cy="10159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20009" y="1901875"/>
            <a:ext cx="993562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Aft>
                <a:spcPts val="800"/>
              </a:spcAft>
              <a:buNone/>
            </a:pPr>
            <a:r>
              <a:rPr lang="en-US" sz="6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3600660" y="2765375"/>
            <a:ext cx="201277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Global Smartphone Users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11180" y="2063800"/>
            <a:ext cx="0" cy="10159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69757" y="1901875"/>
            <a:ext cx="155569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Aft>
                <a:spcPts val="800"/>
              </a:spcAft>
              <a:buNone/>
            </a:pPr>
            <a:r>
              <a:rPr lang="en-US" sz="6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6608582" y="2765375"/>
            <a:ext cx="204754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Improvement in 6 Months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ASSETS/Original Logo (Light Background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99" y="253901"/>
            <a:ext cx="1015901" cy="4560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304800"/>
            <a:ext cx="82906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600" dirty="0"/>
          </a:p>
        </p:txBody>
      </p:sp>
      <p:pic>
        <p:nvPicPr>
          <p:cNvPr id="4" name="Image 1" descr="/Users/hamza/Xyric Wiki/PRODUCTS/_templates/master-slides/assets/accent-bar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50" y="906661"/>
            <a:ext cx="6349901" cy="50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16056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/Users/hamza/Xyric Wiki/PRODUCTS/_templates/master-slides/assets/icon-user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01" y="1262063"/>
            <a:ext cx="304800" cy="304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2101" y="1160562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WhatsApp Coach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1092101" y="1674912"/>
            <a:ext cx="1943100" cy="72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Multi-modal access with conversational AI 24/7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3251002" y="116056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3" descr="/Users/hamza/Xyric Wiki/PRODUCTS/_templates/master-slides/assets/icon-handshak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502" y="1262063"/>
            <a:ext cx="304800" cy="3048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85902" y="1160562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Equal Pillars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3885902" y="1436787"/>
            <a:ext cx="1943100" cy="72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Fitness, Nutrition, Wellbeing as equal priorities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6044803" y="116056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4" descr="/Users/hamza/Xyric Wiki/PRODUCTS/_templates/master-slides/assets/icon-lightbulb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304" y="1262063"/>
            <a:ext cx="304800" cy="3048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79704" y="1160562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Insights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679704" y="1674912"/>
            <a:ext cx="1943100" cy="72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How mood affects workouts, nutrition impacts energy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457200" y="252204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5" descr="/Users/hamza/Xyric Wiki/PRODUCTS/_templates/master-slides/assets/icon-cog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701" y="2623542"/>
            <a:ext cx="304800" cy="3048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92101" y="2522041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Light/Deep Modes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1092101" y="2798266"/>
            <a:ext cx="1943100" cy="720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30-second check-ins or 10+ minute journaling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3251002" y="252204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6" descr="/Users/hamza/Xyric Wiki/PRODUCTS/_templates/master-slides/assets/icon-rocket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502" y="2623542"/>
            <a:ext cx="304800" cy="3048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885902" y="2522041"/>
            <a:ext cx="19431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Intelligence</a:t>
            </a:r>
            <a:endParaRPr lang="en-US" sz="1600" dirty="0"/>
          </a:p>
        </p:txBody>
      </p:sp>
      <p:sp>
        <p:nvSpPr>
          <p:cNvPr id="24" name="Text 15"/>
          <p:cNvSpPr/>
          <p:nvPr/>
        </p:nvSpPr>
        <p:spPr>
          <a:xfrm>
            <a:off x="3885902" y="3036391"/>
            <a:ext cx="1943100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Complex AI orchestration, effortless user experience</a:t>
            </a:r>
            <a:endParaRPr lang="en-US" sz="1400" dirty="0"/>
          </a:p>
        </p:txBody>
      </p:sp>
      <p:sp>
        <p:nvSpPr>
          <p:cNvPr id="25" name="Text 16"/>
          <p:cNvSpPr/>
          <p:nvPr/>
        </p:nvSpPr>
        <p:spPr>
          <a:xfrm>
            <a:off x="6044803" y="2522041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7" descr="/Users/hamza/Xyric Wiki/PRODUCTS/_templates/master-slides/assets/icon-star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6304" y="2623542"/>
            <a:ext cx="304800" cy="3048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679704" y="2522041"/>
            <a:ext cx="1943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Formation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6679704" y="2798266"/>
            <a:ext cx="1943100" cy="96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Gentle daily interactions, sustainable behavior change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507950" y="4787950"/>
            <a:ext cx="963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Xyric Solutions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8148340" y="4787950"/>
            <a:ext cx="497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yHealth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ASSETS/Original Logo (Light Background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99" y="253901"/>
            <a:ext cx="1015901" cy="4560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669" y="381000"/>
            <a:ext cx="82906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140"/>
              </a:lnSpc>
              <a:spcAft>
                <a:spcPts val="24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58998" y="1211461"/>
            <a:ext cx="2539901" cy="1938337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558998" y="1235273"/>
            <a:ext cx="2539901" cy="0"/>
          </a:xfrm>
          <a:prstGeom prst="line">
            <a:avLst/>
          </a:prstGeom>
          <a:noFill/>
          <a:ln w="47625">
            <a:solidFill>
              <a:srgbClr val="1A274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2149" y="1462236"/>
            <a:ext cx="21762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Not Dashboards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2149" y="2097137"/>
            <a:ext cx="217627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Active coaching via Voice/WhatsApp, not passive analytics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02050" y="1211461"/>
            <a:ext cx="2539901" cy="1938337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3302050" y="1235273"/>
            <a:ext cx="2539901" cy="0"/>
          </a:xfrm>
          <a:prstGeom prst="line">
            <a:avLst/>
          </a:prstGeom>
          <a:noFill/>
          <a:ln w="47625">
            <a:solidFill>
              <a:srgbClr val="6B8CA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05200" y="1462236"/>
            <a:ext cx="21762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Equal Pillars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505200" y="1830437"/>
            <a:ext cx="2176272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Wellbeing equal to Fitness and Nutrition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45101" y="1211461"/>
            <a:ext cx="2539901" cy="1938337"/>
          </a:xfrm>
          <a:prstGeom prst="roundRect">
            <a:avLst>
              <a:gd name="adj" fmla="val 52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6045101" y="1235273"/>
            <a:ext cx="2539901" cy="0"/>
          </a:xfrm>
          <a:prstGeom prst="line">
            <a:avLst/>
          </a:prstGeom>
          <a:noFill/>
          <a:ln w="47625">
            <a:solidFill>
              <a:srgbClr val="8FA4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48251" y="1462236"/>
            <a:ext cx="217627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Superiority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48251" y="2097137"/>
            <a:ext cx="2176272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10x value through integration vs sum of specialist tools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7950" y="4787950"/>
            <a:ext cx="963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Xyric Solutions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148340" y="4787950"/>
            <a:ext cx="497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yHealth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294516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600" dirty="0"/>
          </a:p>
        </p:txBody>
      </p:sp>
      <p:pic>
        <p:nvPicPr>
          <p:cNvPr id="3" name="Image 0" descr="/Users/hamza/Xyric Wiki/PRODUCTS/_templates/master-slides/assets/accent-bar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955625"/>
            <a:ext cx="2031950" cy="20241"/>
          </a:xfrm>
          <a:prstGeom prst="rect">
            <a:avLst/>
          </a:prstGeom>
        </p:spPr>
      </p:pic>
      <p:pic>
        <p:nvPicPr>
          <p:cNvPr id="4" name="Image 1" descr="/Users/hamza/Xyric Wiki/ASSETS/Original Logo (Light Background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49" y="355550"/>
            <a:ext cx="1015901" cy="4560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19200" y="2083147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453307" y="2260848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746760" y="2819698"/>
            <a:ext cx="15544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&amp; Goals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46760" y="3289548"/>
            <a:ext cx="155448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Set fitness, nutrition, wellbeing goals</a:t>
            </a:r>
            <a:endParaRPr lang="en-US" sz="1200" dirty="0"/>
          </a:p>
        </p:txBody>
      </p:sp>
      <p:pic>
        <p:nvPicPr>
          <p:cNvPr id="9" name="Image 2" descr="/Users/hamza/Xyric Wiki/PRODUCTS/_templates/master-slides/assets/connector-horizon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712541"/>
            <a:ext cx="507950" cy="337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51150" y="2083147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485257" y="2260848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2778710" y="2819698"/>
            <a:ext cx="15544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Data Sources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778710" y="3289548"/>
            <a:ext cx="155448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Link WHOOP, fitness trackers, nutrition apps</a:t>
            </a:r>
            <a:endParaRPr lang="en-US" sz="1200" dirty="0"/>
          </a:p>
        </p:txBody>
      </p:sp>
      <p:pic>
        <p:nvPicPr>
          <p:cNvPr id="14" name="Image 3" descr="/Users/hamza/Xyric Wiki/PRODUCTS/_templates/master-slides/assets/connector-horizont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12541"/>
            <a:ext cx="507950" cy="337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83101" y="208880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5517207" y="2266504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4933017" y="2825353"/>
            <a:ext cx="13096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Coaching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4810661" y="3085654"/>
            <a:ext cx="155448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Voice calls, WhatsApp chats, mobile app interactions</a:t>
            </a:r>
            <a:endParaRPr lang="en-US" sz="1200" dirty="0"/>
          </a:p>
        </p:txBody>
      </p:sp>
      <p:pic>
        <p:nvPicPr>
          <p:cNvPr id="19" name="Image 4" descr="/Users/hamza/Xyric Wiki/PRODUCTS/_templates/master-slides/assets/connector-horizont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9901" y="2712541"/>
            <a:ext cx="507950" cy="337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051" y="208880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7549158" y="2266504"/>
            <a:ext cx="1440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6995025" y="2825353"/>
            <a:ext cx="12495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 Goals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842611" y="3085654"/>
            <a:ext cx="1554480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Cross-domain insights reveal what specialist apps miss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04800"/>
            <a:ext cx="212481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600" dirty="0"/>
          </a:p>
        </p:txBody>
      </p:sp>
      <p:pic>
        <p:nvPicPr>
          <p:cNvPr id="3" name="Image 0" descr="/Users/hamza/Xyric Wiki/ASSETS/Original Logo (Light Background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149" y="304800"/>
            <a:ext cx="1015901" cy="456009"/>
          </a:xfrm>
          <a:prstGeom prst="rect">
            <a:avLst/>
          </a:prstGeom>
        </p:spPr>
      </p:pic>
      <p:pic>
        <p:nvPicPr>
          <p:cNvPr id="4" name="Image 1" descr="/Users/hamza/Xyric Wiki/PRODUCTS/_templates/master-slides/assets/line-vertical-ste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50" y="904875"/>
            <a:ext cx="50750" cy="304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8200" y="981075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68301" y="904875"/>
            <a:ext cx="6603950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346002" y="981075"/>
            <a:ext cx="6373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346002" y="1193750"/>
            <a:ext cx="63735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Core Build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46002" y="1415951"/>
            <a:ext cx="637352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Onboarding, Voice coaching, 3 pillars foundation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85800" y="1793677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015901" y="1717477"/>
            <a:ext cx="6603950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193602" y="1793677"/>
            <a:ext cx="6373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93602" y="2006352"/>
            <a:ext cx="63735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WHOOP Integration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93602" y="2228552"/>
            <a:ext cx="637352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Full device integration with analytics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38200" y="2606278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168301" y="2530078"/>
            <a:ext cx="6603950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346002" y="2606278"/>
            <a:ext cx="6373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346002" y="2818954"/>
            <a:ext cx="63735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Cross-Domain Intelligence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346002" y="3041154"/>
            <a:ext cx="637352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Multi-pillar correlations and insights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85800" y="3418880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1015901" y="3342680"/>
            <a:ext cx="6603950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1193602" y="3418880"/>
            <a:ext cx="6373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193602" y="3631555"/>
            <a:ext cx="63735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Launch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193602" y="3853755"/>
            <a:ext cx="637352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Closed beta with first 100 users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38200" y="4231481"/>
            <a:ext cx="152400" cy="152400"/>
          </a:xfrm>
          <a:prstGeom prst="roundRect">
            <a:avLst>
              <a:gd name="adj" fmla="val 600000"/>
            </a:avLst>
          </a:prstGeom>
          <a:solidFill>
            <a:srgbClr val="6B8CA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1168301" y="4155281"/>
            <a:ext cx="6603950" cy="761851"/>
          </a:xfrm>
          <a:prstGeom prst="roundRect">
            <a:avLst>
              <a:gd name="adj" fmla="val 100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1346002" y="4231481"/>
            <a:ext cx="6373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3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346002" y="4444157"/>
            <a:ext cx="63735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46002" y="4666357"/>
            <a:ext cx="6373520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App Store release with subscription model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ASSETS/Original Logo (Light Background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99" y="253901"/>
            <a:ext cx="1015901" cy="4560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950" y="304800"/>
            <a:ext cx="829066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and Status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11250" y="1084362"/>
            <a:ext cx="3759101" cy="1179016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735062" y="1084362"/>
            <a:ext cx="0" cy="1179016"/>
          </a:xfrm>
          <a:prstGeom prst="line">
            <a:avLst/>
          </a:prstGeom>
          <a:noFill/>
          <a:ln w="47625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2775" y="1287512"/>
            <a:ext cx="21702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2775" y="1841153"/>
            <a:ext cx="21702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MVP Complete</a:t>
            </a:r>
            <a:endParaRPr lang="en-US" sz="1400" dirty="0"/>
          </a:p>
        </p:txBody>
      </p:sp>
      <p:pic>
        <p:nvPicPr>
          <p:cNvPr id="8" name="Image 1" descr="/Users/hamza/Xyric Wiki/PRODUCTS/_templates/master-slides/assets/arrow-up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123" y="1521470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73673" y="1583382"/>
            <a:ext cx="5536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+35%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73501" y="1084362"/>
            <a:ext cx="3759101" cy="1179016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4697313" y="1084362"/>
            <a:ext cx="0" cy="1179016"/>
          </a:xfrm>
          <a:prstGeom prst="line">
            <a:avLst/>
          </a:prstGeom>
          <a:noFill/>
          <a:ln w="47625">
            <a:solidFill>
              <a:srgbClr val="6B8CA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75027" y="1287512"/>
            <a:ext cx="2478515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4975027" y="1841153"/>
            <a:ext cx="24785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Milestones Done</a:t>
            </a:r>
            <a:endParaRPr lang="en-US" sz="1400" dirty="0"/>
          </a:p>
        </p:txBody>
      </p:sp>
      <p:pic>
        <p:nvPicPr>
          <p:cNvPr id="14" name="Image 2" descr="/Users/hamza/Xyric Wiki/PRODUCTS/_templates/master-slides/assets/arrow-up-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644" y="1521470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38195" y="1583382"/>
            <a:ext cx="2453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+8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11250" y="2466529"/>
            <a:ext cx="3759101" cy="1179016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2"/>
          <p:cNvSpPr/>
          <p:nvPr/>
        </p:nvSpPr>
        <p:spPr>
          <a:xfrm>
            <a:off x="735062" y="2466529"/>
            <a:ext cx="0" cy="1179016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012775" y="2669679"/>
            <a:ext cx="2257488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600" dirty="0"/>
          </a:p>
        </p:txBody>
      </p:sp>
      <p:sp>
        <p:nvSpPr>
          <p:cNvPr id="19" name="Text 14"/>
          <p:cNvSpPr/>
          <p:nvPr/>
        </p:nvSpPr>
        <p:spPr>
          <a:xfrm>
            <a:off x="1012775" y="3223320"/>
            <a:ext cx="225748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Stories Generated</a:t>
            </a:r>
            <a:endParaRPr lang="en-US" sz="1400" dirty="0"/>
          </a:p>
        </p:txBody>
      </p:sp>
      <p:pic>
        <p:nvPicPr>
          <p:cNvPr id="20" name="Image 3" descr="/Users/hamza/Xyric Wiki/PRODUCTS/_templates/master-slides/assets/arrow-up-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99" y="2903637"/>
            <a:ext cx="304800" cy="304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59250" y="2965549"/>
            <a:ext cx="4663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+120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673501" y="2466529"/>
            <a:ext cx="3759101" cy="1179016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4697313" y="2466529"/>
            <a:ext cx="0" cy="1179016"/>
          </a:xfrm>
          <a:prstGeom prst="line">
            <a:avLst/>
          </a:prstGeom>
          <a:noFill/>
          <a:ln w="47625">
            <a:solidFill>
              <a:srgbClr val="1A2744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975027" y="2669679"/>
            <a:ext cx="2194489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3600" dirty="0"/>
          </a:p>
        </p:txBody>
      </p:sp>
      <p:sp>
        <p:nvSpPr>
          <p:cNvPr id="25" name="Text 19"/>
          <p:cNvSpPr/>
          <p:nvPr/>
        </p:nvSpPr>
        <p:spPr>
          <a:xfrm>
            <a:off x="4975027" y="3223320"/>
            <a:ext cx="219448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Development</a:t>
            </a:r>
            <a:endParaRPr lang="en-US" sz="1400" dirty="0"/>
          </a:p>
        </p:txBody>
      </p:sp>
      <p:pic>
        <p:nvPicPr>
          <p:cNvPr id="26" name="Image 4" descr="/Users/hamza/Xyric Wiki/PRODUCTS/_templates/master-slides/assets/arrow-up-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187" y="2903637"/>
            <a:ext cx="304800" cy="3048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659737" y="2965549"/>
            <a:ext cx="5293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100%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07950" y="4787950"/>
            <a:ext cx="9633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Xyric Solutions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148340" y="4787950"/>
            <a:ext cx="4974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yHealth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214226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3600" dirty="0"/>
          </a:p>
        </p:txBody>
      </p:sp>
      <p:pic>
        <p:nvPicPr>
          <p:cNvPr id="3" name="Image 0" descr="/Users/hamza/Xyric Wiki/PRODUCTS/_templates/master-slides/assets/accent-bar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50" y="955625"/>
            <a:ext cx="2031950" cy="20241"/>
          </a:xfrm>
          <a:prstGeom prst="rect">
            <a:avLst/>
          </a:prstGeom>
        </p:spPr>
      </p:pic>
      <p:pic>
        <p:nvPicPr>
          <p:cNvPr id="4" name="Image 1" descr="/Users/hamza/Xyric Wiki/ASSETS/Original Logo (Light Background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49" y="355550"/>
            <a:ext cx="1015901" cy="4560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1398" y="1153567"/>
            <a:ext cx="1777901" cy="2161729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2" descr="/Users/hamza/Xyric Wiki/PRODUCTS/_templates/master-slides/assets/photo-placeholder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98" y="1331268"/>
            <a:ext cx="1015901" cy="10159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44058" y="2474119"/>
            <a:ext cx="15125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Hamza Waheed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807474" y="2737545"/>
            <a:ext cx="15856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CEO and Founder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019546" y="2981920"/>
            <a:ext cx="116145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 and Product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2692450" y="1153567"/>
            <a:ext cx="1777901" cy="2380804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Users/hamza/Xyric Wiki/PRODUCTS/_templates/master-slides/assets/photo-placeholder-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3450" y="1331268"/>
            <a:ext cx="1015901" cy="10159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82532" y="2474119"/>
            <a:ext cx="119758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2778201" y="2737545"/>
            <a:ext cx="160639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Development Team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3193387" y="3200995"/>
            <a:ext cx="7760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Full-Stack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673501" y="1153567"/>
            <a:ext cx="1777901" cy="2161729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4" descr="/Users/hamza/Xyric Wiki/PRODUCTS/_templates/master-slides/assets/photo-placeholder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501" y="1331268"/>
            <a:ext cx="1015901" cy="101590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6944" y="2474119"/>
            <a:ext cx="6910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5013679" y="2737545"/>
            <a:ext cx="10973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UX/UI Team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973450" y="2981920"/>
            <a:ext cx="117785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Product Design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654552" y="1153567"/>
            <a:ext cx="1777901" cy="2161729"/>
          </a:xfrm>
          <a:prstGeom prst="roundRect">
            <a:avLst>
              <a:gd name="adj" fmla="val 57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5" descr="/Users/hamza/Xyric Wiki/PRODUCTS/_templates/master-slides/assets/photo-placeholder-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552" y="1331268"/>
            <a:ext cx="1015901" cy="101590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98334" y="2474119"/>
            <a:ext cx="12901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7000650" y="2737545"/>
            <a:ext cx="108555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B8CA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AI/ML Team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6945392" y="2981920"/>
            <a:ext cx="11962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ML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amza/Xyric Wiki/PRODUCTS/_templates/master-slides/assets/diagonal-corner-b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11550"/>
            <a:ext cx="2031950" cy="2031950"/>
          </a:xfrm>
          <a:prstGeom prst="rect">
            <a:avLst/>
          </a:prstGeom>
        </p:spPr>
      </p:pic>
      <p:pic>
        <p:nvPicPr>
          <p:cNvPr id="3" name="Image 1" descr="/Users/hamza/Xyric Wiki/ASSETS/Alternative Logo (Dark Background)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81000"/>
            <a:ext cx="1524000" cy="88537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41698" y="1469529"/>
            <a:ext cx="286045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889099" y="2412504"/>
            <a:ext cx="3555950" cy="1718965"/>
          </a:xfrm>
          <a:prstGeom prst="roundRect">
            <a:avLst>
              <a:gd name="adj" fmla="val 5911"/>
            </a:avLst>
          </a:prstGeom>
          <a:solidFill>
            <a:srgbClr val="1E2D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1143000" y="2666405"/>
            <a:ext cx="31091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143000" y="3085505"/>
            <a:ext cx="310911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hamza@xyric.io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43000" y="3349526"/>
            <a:ext cx="310911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xyric.io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698950" y="2412504"/>
            <a:ext cx="3555950" cy="1718965"/>
          </a:xfrm>
          <a:prstGeom prst="roundRect">
            <a:avLst>
              <a:gd name="adj" fmla="val 5911"/>
            </a:avLst>
          </a:prstGeom>
          <a:solidFill>
            <a:srgbClr val="1E2D4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4952851" y="2666405"/>
            <a:ext cx="310911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6B8C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952851" y="3085505"/>
            <a:ext cx="310911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Schedule a demo session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52851" y="3349526"/>
            <a:ext cx="310911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Review product documentation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52851" y="3613547"/>
            <a:ext cx="3109112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C8D6E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Discuss partnership options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yHealth - Product Presentation</dc:title>
  <dc:subject>yHealth vision, features, and value proposition</dc:subject>
  <dc:creator>Xyric Solutions</dc:creator>
  <cp:lastModifiedBy>Xyric Solutions</cp:lastModifiedBy>
  <cp:revision>1</cp:revision>
  <dcterms:created xsi:type="dcterms:W3CDTF">2026-02-08T15:32:25Z</dcterms:created>
  <dcterms:modified xsi:type="dcterms:W3CDTF">2026-02-08T15:32:25Z</dcterms:modified>
</cp:coreProperties>
</file>